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for Marketing Forecasting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600"/>
                </a:solidFill>
              </a:rPr>
              <a:t>"Your Data Has a Story: Using AI to Predict What's Next"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5: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Data Audit: What Data Do You Have?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Data Audit: What Data Do You Have?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Inventory your existing business data: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Sales records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Customer lists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Marketing campaign results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Website/social media analytics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which data is most relevant for forecasting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5: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Export &amp; Prep: Formatting Excel for 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Export &amp; Prep: Formatting Excel for 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Export data from your systems (CRM, POS, spreadsheets)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Clean and format for AI analysis: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Remove duplicates and errors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Ensure consistent date formats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Label columns clearly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Best practices for data 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5: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AI Forecasting Lab: Upload, Analyze, Predict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AI Forecasting Lab: Upload, Analyze, Predict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Upload your Excel file to ChatGPT or Claude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Use RCTFC prompt structure for forecasting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Role: "You are a marketing analytics expert..."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Task: "Analyze trends and forecast [metric] for 3 months..."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Document the AI's analysis and predictions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5: Activity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Strategy Translation: From Forecast to Action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Strategy Translation: From Forecast to Action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Review AI-generated insights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Identify 3 actionable marketing decisions: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What to increase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What to decrease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What to test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Share one insight with the class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5: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"The best predictor of future success is understanding your past patterns—AI helps you see what you've been missing."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AI for Marketing Forecasting</dc:title>
  <dc:subject>AI Whisperer Professional Course</dc:subject>
  <dc:creator>Miranda Boyd - Automation Workz</dc:creator>
  <cp:lastModifiedBy>Miranda Boyd - Automation Workz</cp:lastModifiedBy>
  <cp:revision>1</cp:revision>
  <dcterms:created xsi:type="dcterms:W3CDTF">2026-02-19T20:01:12Z</dcterms:created>
  <dcterms:modified xsi:type="dcterms:W3CDTF">2026-02-19T20:01:12Z</dcterms:modified>
</cp:coreProperties>
</file>