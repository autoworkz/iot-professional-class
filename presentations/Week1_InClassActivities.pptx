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61" r:id="rId5"/>
    <p:sldId id="259" r:id="rId6"/>
    <p:sldId id="260" r:id="rId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64B613F-10BB-4BDA-9815-E107DF831E7B}" v="2" dt="2026-03-04T21:50:10.68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30" d="100"/>
          <a:sy n="130" d="100"/>
        </p:scale>
        <p:origin x="82" y="28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iranda Boyd" userId="4726151344_tp_dropbox_plus" providerId="OAuth2" clId="{FCBBDD86-02FD-4DB0-9D12-D0966AF7D1F9}"/>
    <pc:docChg chg="custSel addSld delSld modSld sldOrd">
      <pc:chgData name="Miranda Boyd" userId="4726151344_tp_dropbox_plus" providerId="OAuth2" clId="{FCBBDD86-02FD-4DB0-9D12-D0966AF7D1F9}" dt="2026-03-04T21:50:31.696" v="41"/>
      <pc:docMkLst>
        <pc:docMk/>
      </pc:docMkLst>
      <pc:sldChg chg="addSp modSp mod">
        <pc:chgData name="Miranda Boyd" userId="4726151344_tp_dropbox_plus" providerId="OAuth2" clId="{FCBBDD86-02FD-4DB0-9D12-D0966AF7D1F9}" dt="2026-03-04T21:45:06.710" v="4" actId="1076"/>
        <pc:sldMkLst>
          <pc:docMk/>
          <pc:sldMk cId="0" sldId="257"/>
        </pc:sldMkLst>
        <pc:picChg chg="add mod">
          <ac:chgData name="Miranda Boyd" userId="4726151344_tp_dropbox_plus" providerId="OAuth2" clId="{FCBBDD86-02FD-4DB0-9D12-D0966AF7D1F9}" dt="2026-03-04T21:45:06.710" v="4" actId="1076"/>
          <ac:picMkLst>
            <pc:docMk/>
            <pc:sldMk cId="0" sldId="257"/>
            <ac:picMk id="11" creationId="{B61FC9B2-A53E-B8CF-3B86-AC511AC038AA}"/>
          </ac:picMkLst>
        </pc:picChg>
      </pc:sldChg>
      <pc:sldChg chg="modSp mod">
        <pc:chgData name="Miranda Boyd" userId="4726151344_tp_dropbox_plus" providerId="OAuth2" clId="{FCBBDD86-02FD-4DB0-9D12-D0966AF7D1F9}" dt="2026-03-04T21:48:01.475" v="35" actId="313"/>
        <pc:sldMkLst>
          <pc:docMk/>
          <pc:sldMk cId="0" sldId="258"/>
        </pc:sldMkLst>
        <pc:spChg chg="mod">
          <ac:chgData name="Miranda Boyd" userId="4726151344_tp_dropbox_plus" providerId="OAuth2" clId="{FCBBDD86-02FD-4DB0-9D12-D0966AF7D1F9}" dt="2026-03-04T21:48:01.475" v="35" actId="313"/>
          <ac:spMkLst>
            <pc:docMk/>
            <pc:sldMk cId="0" sldId="258"/>
            <ac:spMk id="7" creationId="{00000000-0000-0000-0000-000000000000}"/>
          </ac:spMkLst>
        </pc:spChg>
      </pc:sldChg>
      <pc:sldChg chg="addSp modSp new ord modAnim">
        <pc:chgData name="Miranda Boyd" userId="4726151344_tp_dropbox_plus" providerId="OAuth2" clId="{FCBBDD86-02FD-4DB0-9D12-D0966AF7D1F9}" dt="2026-03-04T21:50:31.696" v="41"/>
        <pc:sldMkLst>
          <pc:docMk/>
          <pc:sldMk cId="2197171302" sldId="261"/>
        </pc:sldMkLst>
        <pc:picChg chg="add mod">
          <ac:chgData name="Miranda Boyd" userId="4726151344_tp_dropbox_plus" providerId="OAuth2" clId="{FCBBDD86-02FD-4DB0-9D12-D0966AF7D1F9}" dt="2026-03-04T21:50:10.681" v="37"/>
          <ac:picMkLst>
            <pc:docMk/>
            <pc:sldMk cId="2197171302" sldId="261"/>
            <ac:picMk id="2" creationId="{9665827F-6DE0-6456-223E-CDB1019B5E2C}"/>
          </ac:picMkLst>
        </pc:picChg>
      </pc:sldChg>
      <pc:sldChg chg="add del">
        <pc:chgData name="Miranda Boyd" userId="4726151344_tp_dropbox_plus" providerId="OAuth2" clId="{FCBBDD86-02FD-4DB0-9D12-D0966AF7D1F9}" dt="2026-03-04T21:45:34.576" v="5" actId="2696"/>
        <pc:sldMkLst>
          <pc:docMk/>
          <pc:sldMk cId="3886889298" sldId="426"/>
        </pc:sldMkLst>
      </pc:sldChg>
      <pc:sldMasterChg chg="delSldLayout">
        <pc:chgData name="Miranda Boyd" userId="4726151344_tp_dropbox_plus" providerId="OAuth2" clId="{FCBBDD86-02FD-4DB0-9D12-D0966AF7D1F9}" dt="2026-03-04T21:45:34.576" v="5" actId="2696"/>
        <pc:sldMasterMkLst>
          <pc:docMk/>
          <pc:sldMasterMk cId="0" sldId="2147483648"/>
        </pc:sldMasterMkLst>
        <pc:sldLayoutChg chg="del">
          <pc:chgData name="Miranda Boyd" userId="4726151344_tp_dropbox_plus" providerId="OAuth2" clId="{FCBBDD86-02FD-4DB0-9D12-D0966AF7D1F9}" dt="2026-03-04T21:45:34.576" v="5" actId="2696"/>
          <pc:sldLayoutMkLst>
            <pc:docMk/>
            <pc:sldMasterMk cId="0" sldId="2147483648"/>
            <pc:sldLayoutMk cId="1627160409" sldId="2147483650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337227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slideLayout" Target="../slideLayouts/slideLayout1.xml"/><Relationship Id="rId1" Type="http://schemas.openxmlformats.org/officeDocument/2006/relationships/video" Target="https://www.youtube.com/embed/DlGjRsbRmtI?feature=oembed" TargetMode="Externa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056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solidFill>
            <a:srgbClr val="FF6600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WEEK 1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20116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</a:rPr>
              <a:t>Data, AI &amp; You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28346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FF6600"/>
                </a:solidFill>
              </a:rPr>
              <a:t>"Data as the New Gold &amp; AI as the Data Specialist"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056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182880"/>
            <a:ext cx="91440" cy="548640"/>
          </a:xfrm>
          <a:prstGeom prst="rect">
            <a:avLst/>
          </a:prstGeom>
          <a:solidFill>
            <a:srgbClr val="FF66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74320" y="137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Week 1: Activity 1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274320" y="5029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6600"/>
                </a:solidFill>
              </a:rPr>
              <a:t>Access SenseiiWyze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0568"/>
                </a:solidFill>
              </a:rPr>
              <a:t>Access SenseiiWyze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57200" y="1645920"/>
            <a:ext cx="7772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600" dirty="0">
                <a:solidFill>
                  <a:srgbClr val="333333"/>
                </a:solidFill>
              </a:rPr>
              <a:t>Log in to the SenseiiWyze platform</a:t>
            </a:r>
            <a:endParaRPr lang="en-US" sz="1600" dirty="0"/>
          </a:p>
          <a:p>
            <a:r>
              <a:rPr lang="en-US" sz="1600" dirty="0">
                <a:solidFill>
                  <a:srgbClr val="333333"/>
                </a:solidFill>
              </a:rPr>
              <a:t>Navigate to the assessment section</a:t>
            </a:r>
            <a:endParaRPr lang="en-US" sz="1600" dirty="0"/>
          </a:p>
          <a:p>
            <a:r>
              <a:rPr lang="en-US" sz="1600" dirty="0">
                <a:solidFill>
                  <a:srgbClr val="333333"/>
                </a:solidFill>
              </a:rPr>
              <a:t>Prepare for your data exploration journey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4389120"/>
            <a:ext cx="1371600" cy="365760"/>
          </a:xfrm>
          <a:prstGeom prst="roundRect">
            <a:avLst>
              <a:gd name="adj" fmla="val 12500"/>
            </a:avLst>
          </a:prstGeom>
          <a:solidFill>
            <a:srgbClr val="FF66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57200" y="43891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10 minutes</a:t>
            </a:r>
            <a:endParaRPr lang="en-US" sz="12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61FC9B2-A53E-B8CF-3B86-AC511AC038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68294" y="914400"/>
            <a:ext cx="2975706" cy="423297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056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182880"/>
            <a:ext cx="91440" cy="548640"/>
          </a:xfrm>
          <a:prstGeom prst="rect">
            <a:avLst/>
          </a:prstGeom>
          <a:solidFill>
            <a:srgbClr val="FF66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74320" y="137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Week 1: Activity 2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274320" y="5029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6600"/>
                </a:solidFill>
              </a:rPr>
              <a:t>Complete Big 5 (OCEAN) Assessment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0568"/>
                </a:solidFill>
              </a:rPr>
              <a:t>Complete Big 5 (OCEAN) Assessment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57200" y="1645920"/>
            <a:ext cx="7772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600" dirty="0">
                <a:solidFill>
                  <a:srgbClr val="333333"/>
                </a:solidFill>
              </a:rPr>
              <a:t>Take the personality assessment honestly because it evaluates your:</a:t>
            </a:r>
          </a:p>
          <a:p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Openness: Creativity, curiosity, willingness to try new things</a:t>
            </a: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Conscientiousness: Organization, reliability, follow-through</a:t>
            </a: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Extraversion: Social energy, assertiveness, communication</a:t>
            </a: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Agreeableness: Cooperation, trust, helpfulness</a:t>
            </a: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Neuroticism: Emotional sensitivity, stress response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4389120"/>
            <a:ext cx="1371600" cy="365760"/>
          </a:xfrm>
          <a:prstGeom prst="roundRect">
            <a:avLst>
              <a:gd name="adj" fmla="val 12500"/>
            </a:avLst>
          </a:prstGeom>
          <a:solidFill>
            <a:srgbClr val="FF66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57200" y="43891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20 minutes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nline Media 1" title="Personality: “Big 5” Traits (Openness, Conscientiousness, Extraversion, Agreeableness, Neuroticism)">
            <a:hlinkClick r:id="" action="ppaction://media"/>
            <a:extLst>
              <a:ext uri="{FF2B5EF4-FFF2-40B4-BE49-F238E27FC236}">
                <a16:creationId xmlns:a16="http://schemas.microsoft.com/office/drawing/2014/main" id="{9665827F-6DE0-6456-223E-CDB1019B5E2C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15875" y="0"/>
            <a:ext cx="9110663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71713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056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182880"/>
            <a:ext cx="91440" cy="548640"/>
          </a:xfrm>
          <a:prstGeom prst="rect">
            <a:avLst/>
          </a:prstGeom>
          <a:solidFill>
            <a:srgbClr val="FF66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74320" y="137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Week 1: Activity 3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274320" y="5029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6600"/>
                </a:solidFill>
              </a:rPr>
              <a:t>Review Results Privately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0568"/>
                </a:solidFill>
              </a:rPr>
              <a:t>Review Results Privately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57200" y="1645920"/>
            <a:ext cx="7772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600" dirty="0">
                <a:solidFill>
                  <a:srgbClr val="333333"/>
                </a:solidFill>
              </a:rPr>
              <a:t>Analyze your results within the app</a:t>
            </a:r>
            <a:endParaRPr lang="en-US" sz="1600" dirty="0"/>
          </a:p>
          <a:p>
            <a:r>
              <a:rPr lang="en-US" sz="1600" dirty="0">
                <a:solidFill>
                  <a:srgbClr val="333333"/>
                </a:solidFill>
              </a:rPr>
              <a:t>Identify your dominant traits</a:t>
            </a:r>
            <a:endParaRPr lang="en-US" sz="1600" dirty="0"/>
          </a:p>
          <a:p>
            <a:r>
              <a:rPr lang="en-US" sz="1600" dirty="0">
                <a:solidFill>
                  <a:srgbClr val="333333"/>
                </a:solidFill>
              </a:rPr>
              <a:t>Consider how these traits affect your business decisions</a:t>
            </a:r>
            <a:endParaRPr lang="en-US" sz="1600" dirty="0"/>
          </a:p>
          <a:p>
            <a:r>
              <a:rPr lang="en-US" sz="1600" dirty="0">
                <a:solidFill>
                  <a:srgbClr val="333333"/>
                </a:solidFill>
              </a:rPr>
              <a:t>Note any surprises or insights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4389120"/>
            <a:ext cx="1371600" cy="365760"/>
          </a:xfrm>
          <a:prstGeom prst="roundRect">
            <a:avLst>
              <a:gd name="adj" fmla="val 12500"/>
            </a:avLst>
          </a:prstGeom>
          <a:solidFill>
            <a:srgbClr val="FF66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57200" y="43891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15 minutes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056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182880"/>
            <a:ext cx="91440" cy="548640"/>
          </a:xfrm>
          <a:prstGeom prst="rect">
            <a:avLst/>
          </a:prstGeom>
          <a:solidFill>
            <a:srgbClr val="FF66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74320" y="137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Week 1: Key Takeaway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274320" y="5029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6600"/>
                </a:solidFill>
              </a:rPr>
              <a:t>Strategic Takeaway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8229600" cy="2286000"/>
          </a:xfrm>
          <a:prstGeom prst="rect">
            <a:avLst/>
          </a:prstGeom>
          <a:solidFill>
            <a:srgbClr val="F5F5F5"/>
          </a:solidFill>
          <a:ln w="12700">
            <a:solidFill>
              <a:srgbClr val="FF66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73152" cy="2286000"/>
          </a:xfrm>
          <a:prstGeom prst="rect">
            <a:avLst/>
          </a:prstGeom>
          <a:solidFill>
            <a:srgbClr val="FF66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31520" y="1645920"/>
            <a:ext cx="76809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0F0568"/>
                </a:solidFill>
              </a:rPr>
              <a:t>"Small businesses that win are not the ones with the most technology, but the ones who ask better questions of their data."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192</Words>
  <Application>Microsoft Office PowerPoint</Application>
  <PresentationFormat>On-screen Show (16:9)</PresentationFormat>
  <Paragraphs>37</Paragraphs>
  <Slides>6</Slides>
  <Notes>5</Notes>
  <HiddenSlides>0</HiddenSlides>
  <MMClips>1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8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 1: Data, AI &amp; You</dc:title>
  <dc:subject>AI Whisperer Professional Course</dc:subject>
  <dc:creator>Miranda Boyd - Automation Workz</dc:creator>
  <cp:lastModifiedBy>Miranda Boyd</cp:lastModifiedBy>
  <cp:revision>1</cp:revision>
  <dcterms:created xsi:type="dcterms:W3CDTF">2026-02-19T20:01:11Z</dcterms:created>
  <dcterms:modified xsi:type="dcterms:W3CDTF">2026-03-04T21:50:40Z</dcterms:modified>
</cp:coreProperties>
</file>