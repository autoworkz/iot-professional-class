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5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solidFill>
            <a:srgbClr val="FF66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Data, AI &amp; You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6600"/>
                </a:solidFill>
              </a:rPr>
              <a:t>"Data as the New Gold &amp; AI as the Data Specialist"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05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"/>
            <a:ext cx="91440" cy="54864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Week 1: Activity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600"/>
                </a:solidFill>
              </a:rPr>
              <a:t>Access SenseiiWyze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568"/>
                </a:solidFill>
              </a:rPr>
              <a:t>Access SenseiiWyze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>
                <a:solidFill>
                  <a:srgbClr val="333333"/>
                </a:solidFill>
              </a:rPr>
              <a:t>Log in to the SenseiiWyze platform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Navigate to the assessment section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Prepare for your data exploration journey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389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66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 minutes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05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"/>
            <a:ext cx="91440" cy="54864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Week 1: Activity 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600"/>
                </a:solidFill>
              </a:rPr>
              <a:t>Complete Big 5 (OCEAN) Assessment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568"/>
                </a:solidFill>
              </a:rPr>
              <a:t>Complete Big 5 (OCEAN) Assessment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>
                <a:solidFill>
                  <a:srgbClr val="333333"/>
                </a:solidFill>
              </a:rPr>
              <a:t>Take the personality assessment honestly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Openness: Creativity, curiosity, willingness to try new things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Conscientiousness: Organization, reliability, follow-through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Extraversion: Social energy, assertiveness, communication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Agreeableness: Cooperation, trust, helpfulness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Neuroticism: Emotional sensitivity, stress response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389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66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 minutes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05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"/>
            <a:ext cx="91440" cy="54864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Week 1: Activity 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600"/>
                </a:solidFill>
              </a:rPr>
              <a:t>Review Results Privately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568"/>
                </a:solidFill>
              </a:rPr>
              <a:t>Review Results Privately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>
                <a:solidFill>
                  <a:srgbClr val="333333"/>
                </a:solidFill>
              </a:rPr>
              <a:t>Analyze your results within the app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Identify your dominant traits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Consider how these traits affect your business decisions</a:t>
            </a: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Note any surprises or insights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389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66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15 minutes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05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"/>
            <a:ext cx="91440" cy="54864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Week 1: Key Takeaway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600"/>
                </a:solidFill>
              </a:rPr>
              <a:t>Strategic Takeaway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73152" cy="2286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F0568"/>
                </a:solidFill>
              </a:rPr>
              <a:t>"Small businesses that win are not the ones with the most technology, but the ones who ask better questions of their data."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1: Data, AI &amp; You</dc:title>
  <dc:subject>AI Whisperer Professional Course</dc:subject>
  <dc:creator>Miranda Boyd - Automation Workz</dc:creator>
  <cp:lastModifiedBy>Miranda Boyd - Automation Workz</cp:lastModifiedBy>
  <cp:revision>1</cp:revision>
  <dcterms:created xsi:type="dcterms:W3CDTF">2026-02-19T20:01:11Z</dcterms:created>
  <dcterms:modified xsi:type="dcterms:W3CDTF">2026-02-19T20:01:11Z</dcterms:modified>
</cp:coreProperties>
</file>