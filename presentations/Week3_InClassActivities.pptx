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Prompt Engineering Mastery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"Master the prompt, master the result."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3: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RCTFC Framework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RCTFC Framework Demo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Role: The persona or expertise to adopt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Context: Background information about your situation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Task: Specific action you want AI to perform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Format: How the output should be structured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Constraints: Limitations or rules to apply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Watch the instructor transform a vague prompt into a powerful 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3: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Prompt Engineering Lab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Prompt Engineering Lab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Use your problem from Senseii Games (Week 2)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Craft a RCTFC prompt to address it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Test on ChatGPT, Claude, and Perplexity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Compare the three responses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3: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Compare &amp; Refine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Compare &amp; Refine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Analyze the three AI responses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Which AI gave the best answer for your need?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what made one response better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Refine your prompt and run again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3: Activity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Build Your Prompt Library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Build Your Prompt Library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Start a personal "Prompt Library" document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Create template starters for different categories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Business: "You are a [role] helping a [business type]..."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Personal: "Act as my personal [coach/advisor]..."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Research: "Find and summarize [topic] with sources..."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3: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"The quality of your AI output is directly proportional to the quality of your input."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Prompt Engineering Mastery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