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5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Final Presentations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6600"/>
                </a:solidFill>
              </a:rPr>
              <a:t>"Showcase Your Mastery: From Learner to AI Whisperer"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8: Activity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Final Presentations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Final Presentations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Each student presents for 5 minutes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Presentation format: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Problem you solved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Tools and approach used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Solution and results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Lessons learned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2-minute Q&amp;A after each presentation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60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8: Activity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Peer Feedback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Peer Feedback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Provide constructive feedback to classmates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Vote on categories: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Most innovative solution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Best presentation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333333"/>
                </a:solidFill>
              </a:rPr>
              <a:t>  Most practical application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 minutes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8: Activity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Course Reflection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Course Reflection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What did you learn about yourself?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How will you use AI differently going forward?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What would you like to learn next?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Complete the course reflection 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8: Activity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Bonus Preview: Agent Swarms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568"/>
                </a:solidFill>
              </a:rPr>
              <a:t>Bonus Preview: Agent Swarms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333333"/>
                </a:solidFill>
              </a:rPr>
              <a:t>Introduction to multi-agent AI systems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How AI agents can work together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Future applications and possibilities</a:t>
            </a:r>
            <a:endParaRPr lang="en-US" sz="1600" dirty="0"/>
          </a:p>
          <a:p>
            <a:r>
              <a:rPr lang="en-US" sz="1600" dirty="0">
                <a:solidFill>
                  <a:srgbClr val="333333"/>
                </a:solidFill>
              </a:rPr>
              <a:t>Preview of advanced AI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38912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389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056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"/>
            <a:ext cx="914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Week 8: Key Takeaway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6600"/>
                </a:solidFill>
              </a:rPr>
              <a:t>Strategic Takeaway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22860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0568"/>
                </a:solidFill>
              </a:rPr>
              <a:t>"Teaching others what you've learned is the ultimate proof of mastery."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Final Presentations</dc:title>
  <dc:subject>AI Whisperer Professional Course</dc:subject>
  <dc:creator>Miranda Boyd - Automation Workz</dc:creator>
  <cp:lastModifiedBy>Miranda Boyd - Automation Workz</cp:lastModifiedBy>
  <cp:revision>1</cp:revision>
  <dcterms:created xsi:type="dcterms:W3CDTF">2026-02-19T20:01:12Z</dcterms:created>
  <dcterms:modified xsi:type="dcterms:W3CDTF">2026-02-19T20:01:12Z</dcterms:modified>
</cp:coreProperties>
</file>