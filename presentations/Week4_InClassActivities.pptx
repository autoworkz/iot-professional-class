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Week 4: Marketing &amp; Sales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IoT Professional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Strategic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"Marketing and sales succeed when you know your customer, price for value, and execute with clear timelines."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Today you will build a complete marketing and sales strategy for your IoT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Review and refine your Week 3 Gap Analysis</a:t>
            </a:r>
          </a:p>
          <a:p>
            <a:pPr>
              <a:spcBef>
                <a:spcPts val="1200"/>
              </a:spcBef>
              <a:defRPr sz="2400"/>
            </a:pPr>
            <a:r>
              <a:t>• Create a Marketing &amp; Sales Plan using AI prompts</a:t>
            </a:r>
          </a:p>
          <a:p>
            <a:pPr>
              <a:spcBef>
                <a:spcPts val="1200"/>
              </a:spcBef>
              <a:defRPr sz="2400"/>
            </a:pPr>
            <a:r>
              <a:t>• Define your Target Customer Profile in detail</a:t>
            </a:r>
          </a:p>
          <a:p>
            <a:pPr>
              <a:spcBef>
                <a:spcPts val="1200"/>
              </a:spcBef>
              <a:defRPr sz="2400"/>
            </a:pPr>
            <a:r>
              <a:t>• Set your Pricing Strategy based on market analysis</a:t>
            </a:r>
          </a:p>
          <a:p>
            <a:pPr>
              <a:spcBef>
                <a:spcPts val="1200"/>
              </a:spcBef>
              <a:defRPr sz="2400"/>
            </a:pPr>
            <a:r>
              <a:t>• Build your 90-Day Action Plan with clear milestones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1: Review Your Week 3 Gap Analysis (~15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Review the 5 gaps you identified last week: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• Revenue Gap - Where are you vs. your revenue target?</a:t>
            </a:r>
          </a:p>
          <a:p>
            <a:pPr>
              <a:spcBef>
                <a:spcPts val="1200"/>
              </a:spcBef>
              <a:defRPr sz="2400"/>
            </a:pPr>
            <a:r>
              <a:t>• Customer Gap - How many more customers do you need?</a:t>
            </a:r>
          </a:p>
          <a:p>
            <a:pPr>
              <a:spcBef>
                <a:spcPts val="1200"/>
              </a:spcBef>
              <a:defRPr sz="2400"/>
            </a:pPr>
            <a:r>
              <a:t>• Product Gap - What offerings are missing?</a:t>
            </a:r>
          </a:p>
          <a:p>
            <a:pPr>
              <a:spcBef>
                <a:spcPts val="1200"/>
              </a:spcBef>
              <a:defRPr sz="2400"/>
            </a:pPr>
            <a:r>
              <a:t>• Geography Gap - Where should you expand?</a:t>
            </a:r>
          </a:p>
          <a:p>
            <a:pPr>
              <a:spcBef>
                <a:spcPts val="1200"/>
              </a:spcBef>
              <a:defRPr sz="2400"/>
            </a:pPr>
            <a:r>
              <a:t>• Team Gap - What skills/people do you need?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Discuss: Which gap is your #1 priority for the next 90 days?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2: Create Your Marketing &amp; Sales Plan with AI (~25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Use the RCTFC Prompt Framework: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• Role - Who should the AI act as?</a:t>
            </a:r>
          </a:p>
          <a:p>
            <a:pPr>
              <a:spcBef>
                <a:spcPts val="1200"/>
              </a:spcBef>
              <a:defRPr sz="2400"/>
            </a:pPr>
            <a:r>
              <a:t>• Context - What's your business situation?</a:t>
            </a:r>
          </a:p>
          <a:p>
            <a:pPr>
              <a:spcBef>
                <a:spcPts val="1200"/>
              </a:spcBef>
              <a:defRPr sz="2400"/>
            </a:pPr>
            <a:r>
              <a:t>• Task - What do you need?</a:t>
            </a:r>
          </a:p>
          <a:p>
            <a:pPr>
              <a:spcBef>
                <a:spcPts val="1200"/>
              </a:spcBef>
              <a:defRPr sz="2400"/>
            </a:pPr>
            <a:r>
              <a:t>• Format - How should the output be structured?</a:t>
            </a:r>
          </a:p>
          <a:p>
            <a:pPr>
              <a:spcBef>
                <a:spcPts val="1200"/>
              </a:spcBef>
              <a:defRPr sz="2400"/>
            </a:pPr>
            <a:r>
              <a:t>• Constraints - What limitations apply?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Prompt AI to generate: marketing channels, messaging, and sales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3: Define Your Target Customer Profile (~20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Create a detailed customer avatar: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• Demographics - Age, location, income, job title</a:t>
            </a:r>
          </a:p>
          <a:p>
            <a:pPr>
              <a:spcBef>
                <a:spcPts val="1200"/>
              </a:spcBef>
              <a:defRPr sz="2400"/>
            </a:pPr>
            <a:r>
              <a:t>• Behaviors - How do they research and buy?</a:t>
            </a:r>
          </a:p>
          <a:p>
            <a:pPr>
              <a:spcBef>
                <a:spcPts val="1200"/>
              </a:spcBef>
              <a:defRPr sz="2400"/>
            </a:pPr>
            <a:r>
              <a:t>• Pain Points - What problems keep them up at night?</a:t>
            </a:r>
          </a:p>
          <a:p>
            <a:pPr>
              <a:spcBef>
                <a:spcPts val="1200"/>
              </a:spcBef>
              <a:defRPr sz="2400"/>
            </a:pPr>
            <a:r>
              <a:t>• Values - What matters most to them?</a:t>
            </a:r>
          </a:p>
          <a:p>
            <a:pPr>
              <a:spcBef>
                <a:spcPts val="1200"/>
              </a:spcBef>
              <a:defRPr sz="2400"/>
            </a:pPr>
            <a:r>
              <a:t>• Buying Triggers - What motivates them to act now?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Activity: Fill out your Target Customer Profile worksheet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4: Set Your Pricing Strategy (~20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Consider these 5 factors when pricing: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• Cost Plus - Your costs + desired margin</a:t>
            </a:r>
          </a:p>
          <a:p>
            <a:pPr>
              <a:spcBef>
                <a:spcPts val="1200"/>
              </a:spcBef>
              <a:defRPr sz="2400"/>
            </a:pPr>
            <a:r>
              <a:t>• Market Rate - What competitors charge</a:t>
            </a:r>
          </a:p>
          <a:p>
            <a:pPr>
              <a:spcBef>
                <a:spcPts val="1200"/>
              </a:spcBef>
              <a:defRPr sz="2400"/>
            </a:pPr>
            <a:r>
              <a:t>• Value Based - What outcomes do you deliver?</a:t>
            </a:r>
          </a:p>
          <a:p>
            <a:pPr>
              <a:spcBef>
                <a:spcPts val="1200"/>
              </a:spcBef>
              <a:defRPr sz="2400"/>
            </a:pPr>
            <a:r>
              <a:t>• Customer Budget - What can they afford?</a:t>
            </a:r>
          </a:p>
          <a:p>
            <a:pPr>
              <a:spcBef>
                <a:spcPts val="1200"/>
              </a:spcBef>
              <a:defRPr sz="2400"/>
            </a:pPr>
            <a:r>
              <a:t>• Your Goals - Revenue vs. market share priorities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Activity: Set prices for your top 3 offerings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5: Create Your 90-Day Action Plan (~20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Break down your marketing &amp; sales execution: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• Week 1-2: Foundation (set up tools, finalize messaging)</a:t>
            </a:r>
          </a:p>
          <a:p>
            <a:pPr>
              <a:spcBef>
                <a:spcPts val="1200"/>
              </a:spcBef>
              <a:defRPr sz="2400"/>
            </a:pPr>
            <a:r>
              <a:t>• Week 3-4: Launch (begin outreach, content creation)</a:t>
            </a:r>
          </a:p>
          <a:p>
            <a:pPr>
              <a:spcBef>
                <a:spcPts val="1200"/>
              </a:spcBef>
              <a:defRPr sz="2400"/>
            </a:pPr>
            <a:r>
              <a:t>• Month 2: Scale (double down on what works)</a:t>
            </a:r>
          </a:p>
          <a:p>
            <a:pPr>
              <a:spcBef>
                <a:spcPts val="1200"/>
              </a:spcBef>
              <a:defRPr sz="2400"/>
            </a:pPr>
            <a:r>
              <a:t>• Month 3: Optimize (refine based on data)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Success Metrics: Define KPIs for each phase</a:t>
            </a:r>
          </a:p>
          <a:p>
            <a:pPr>
              <a:spcBef>
                <a:spcPts val="1200"/>
              </a:spcBef>
              <a:defRPr sz="2400"/>
            </a:pPr>
            <a:r>
              <a:t>• Leads generated, conversion rate, revenue achieved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Today you created: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✓ Reviewed your Gap Analysis priorities</a:t>
            </a:r>
          </a:p>
          <a:p>
            <a:pPr>
              <a:spcBef>
                <a:spcPts val="1200"/>
              </a:spcBef>
              <a:defRPr sz="2400"/>
            </a:pPr>
            <a:r>
              <a:t>✓ Built a Marketing &amp; Sales Plan with AI</a:t>
            </a:r>
          </a:p>
          <a:p>
            <a:pPr>
              <a:spcBef>
                <a:spcPts val="1200"/>
              </a:spcBef>
              <a:defRPr sz="2400"/>
            </a:pPr>
            <a:r>
              <a:t>✓ Defined your Target Customer Profile</a:t>
            </a:r>
          </a:p>
          <a:p>
            <a:pPr>
              <a:spcBef>
                <a:spcPts val="1200"/>
              </a:spcBef>
              <a:defRPr sz="2400"/>
            </a:pPr>
            <a:r>
              <a:t>✓ Set your Pricing Strategy</a:t>
            </a:r>
          </a:p>
          <a:p>
            <a:pPr>
              <a:spcBef>
                <a:spcPts val="1200"/>
              </a:spcBef>
              <a:defRPr sz="2400"/>
            </a:pPr>
            <a:r>
              <a:t>✓ Created your 90-Day Action Plan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Homework: Complete your homework worksheet</a:t>
            </a:r>
          </a:p>
          <a:p>
            <a:pPr>
              <a:spcBef>
                <a:spcPts val="1200"/>
              </a:spcBef>
              <a:defRPr sz="2400"/>
            </a:pPr>
            <a:r>
              <a:t>Quiz: Take the Week 4 quiz to test your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