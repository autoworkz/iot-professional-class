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5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FF66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for Business Goals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6600"/>
                </a:solidFill>
              </a:rPr>
              <a:t>"From Chaos to Clarity: Using AI to Solve Real Business Problems"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4: Activity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Business Problem Identification Workshop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Business Problem Identification Workshop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Identify 3 pain points in your business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Select one problem that is:</a:t>
            </a:r>
            <a:endParaRPr lang="en-US" sz="1600" dirty="0"/>
          </a:p>
          <a:p>
            <a:pPr lvl="1"/>
            <a:r>
              <a:rPr lang="en-US" sz="1600" dirty="0">
                <a:solidFill>
                  <a:srgbClr val="333333"/>
                </a:solidFill>
              </a:rPr>
              <a:t>  Specific enough to solve</a:t>
            </a:r>
            <a:endParaRPr lang="en-US" sz="1600" dirty="0"/>
          </a:p>
          <a:p>
            <a:pPr lvl="1"/>
            <a:r>
              <a:rPr lang="en-US" sz="1600" dirty="0">
                <a:solidFill>
                  <a:srgbClr val="333333"/>
                </a:solidFill>
              </a:rPr>
              <a:t>  Important enough to matter</a:t>
            </a:r>
            <a:endParaRPr lang="en-US" sz="1600" dirty="0"/>
          </a:p>
          <a:p>
            <a:pPr lvl="1"/>
            <a:r>
              <a:rPr lang="en-US" sz="1600" dirty="0">
                <a:solidFill>
                  <a:srgbClr val="333333"/>
                </a:solidFill>
              </a:rPr>
              <a:t>  Within your control to address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Write a clear problem statement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minutes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4: Activity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RCTFC Prompt Crafting for Business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RCTFC Prompt Crafting for Business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Transform your problem into an RCTFC prompt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Role: "You are a business operations consultant..."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Context: "I run a [business type] with [challenge]..."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Task: "Recommend 3 actionable solutions..."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Format: "Present as numbered list with pros/cons..."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Constraints: "Solutions under $500, under 2 weeks..."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 minutes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4: Activity 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OpenCode Demo: Build a Simple Tool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OpenCode Demo: Build a Simple Tool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Introduction to OpenCode as a coding assistant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Watch demo: Creating a simple business tool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Examples: Customer follow-up tracker, inventory calculator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Key concepts: Describe in plain language, iterate, test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 minutes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4: Activity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Peer Review &amp; Refinement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Peer Review &amp; Refinement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Share your RCTFC prompt with a partner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Provide feedback on clarity and completeness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Identify what could be improved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Refine your prompt based on feedback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 minutes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4: Key Takeaway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Strategic Takeaway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73152" cy="2286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F0568"/>
                </a:solidFill>
              </a:rPr>
              <a:t>"The best AI solution is the one that actually gets used—start with the problem, not the tool."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4: AI for Business Goals</dc:title>
  <dc:subject>AI Whisperer Professional Course</dc:subject>
  <dc:creator>Miranda Boyd - Automation Workz</dc:creator>
  <cp:lastModifiedBy>Miranda Boyd - Automation Workz</cp:lastModifiedBy>
  <cp:revision>1</cp:revision>
  <dcterms:created xsi:type="dcterms:W3CDTF">2026-02-19T20:01:12Z</dcterms:created>
  <dcterms:modified xsi:type="dcterms:W3CDTF">2026-02-19T20:01:12Z</dcterms:modified>
</cp:coreProperties>
</file>