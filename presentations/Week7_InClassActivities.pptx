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F66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Final Project Development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6600"/>
                </a:solidFill>
              </a:rPr>
              <a:t>"Bring It All Together: Your AI-Powered Solution"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7: Activity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Project Scope Definition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Project Scope Definition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Define your capstone project: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Problem: What are you solving?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Approach: Which AI tools/frameworks will you use?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Outcome: What does success look like?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Write a one-paragraph project summary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Get instructor approval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 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7: Activity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Design Sprint: Plan Your Solution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Design Sprint: Plan Your Solution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Create a project plan with: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Problem statement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RCTFC prompts needed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Data requirements (if any)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Automation opportunities (if any)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Timeline and milestones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Sketch the solution architecture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7: Activity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Build Session: Hands-On Development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Build Session: Hands-On Development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Start building your solution: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Test prompts in ChatGPT/Claude/Perplexity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Use OpenCode for any coding needs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Document your process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Instructor available for guidance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 minutes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7: Activity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Peer Feedback &amp; Iteration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Peer Feedback &amp; Iteration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Share your project plan with a partner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Receive feedback on clarity and feasibility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Adjust scope if needed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Prepare for final presentation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minutes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7: 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Strategic Takeaway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0568"/>
                </a:solidFill>
              </a:rPr>
              <a:t>"The true test of learning is creation—build something that solves a real problem."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7: Final Project Development</dc:title>
  <dc:subject>AI Whisperer Professional Course</dc:subject>
  <dc:creator>Miranda Boyd - Automation Workz</dc:creator>
  <cp:lastModifiedBy>Miranda Boyd - Automation Workz</cp:lastModifiedBy>
  <cp:revision>1</cp:revision>
  <dcterms:created xsi:type="dcterms:W3CDTF">2026-02-19T20:01:12Z</dcterms:created>
  <dcterms:modified xsi:type="dcterms:W3CDTF">2026-02-19T20:01:12Z</dcterms:modified>
</cp:coreProperties>
</file>