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5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solidFill>
            <a:srgbClr val="FF660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WEEK 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Senseii Games Challenge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6600"/>
                </a:solidFill>
              </a:rPr>
              <a:t>"Mastering Problem Solving through Gamification"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056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82880"/>
            <a:ext cx="91440" cy="54864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Week 2: Activity 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6600"/>
                </a:solidFill>
              </a:rPr>
              <a:t>Access Senseii Games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0568"/>
                </a:solidFill>
              </a:rPr>
              <a:t>Access Senseii Games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333333"/>
                </a:solidFill>
              </a:rPr>
              <a:t>Go to senseiigames.com</a:t>
            </a:r>
            <a:endParaRPr lang="en-US" sz="1600" dirty="0"/>
          </a:p>
          <a:p>
            <a:r>
              <a:rPr lang="en-US" sz="1600" dirty="0">
                <a:solidFill>
                  <a:srgbClr val="333333"/>
                </a:solidFill>
              </a:rPr>
              <a:t>Create an account or log in</a:t>
            </a:r>
            <a:endParaRPr lang="en-US" sz="1600" dirty="0"/>
          </a:p>
          <a:p>
            <a:r>
              <a:rPr lang="en-US" sz="1600" dirty="0">
                <a:solidFill>
                  <a:srgbClr val="333333"/>
                </a:solidFill>
              </a:rPr>
              <a:t>Familiarize yourself with the interface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4389120"/>
            <a:ext cx="1371600" cy="365760"/>
          </a:xfrm>
          <a:prstGeom prst="roundRect">
            <a:avLst>
              <a:gd name="adj" fmla="val 12500"/>
            </a:avLst>
          </a:prstGeom>
          <a:solidFill>
            <a:srgbClr val="FF660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3891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 minutes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056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82880"/>
            <a:ext cx="91440" cy="54864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Week 2: Activity 2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6600"/>
                </a:solidFill>
              </a:rPr>
              <a:t>Complete Maze Levels 1-5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0568"/>
                </a:solidFill>
              </a:rPr>
              <a:t>Complete Maze Levels 1-5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333333"/>
                </a:solidFill>
              </a:rPr>
              <a:t>Work through each maze level sequentially</a:t>
            </a:r>
            <a:endParaRPr lang="en-US" sz="1600" dirty="0"/>
          </a:p>
          <a:p>
            <a:r>
              <a:rPr lang="en-US" sz="1600" dirty="0">
                <a:solidFill>
                  <a:srgbClr val="333333"/>
                </a:solidFill>
              </a:rPr>
              <a:t>Pay attention to patterns and dead ends</a:t>
            </a:r>
            <a:endParaRPr lang="en-US" sz="1600" dirty="0"/>
          </a:p>
          <a:p>
            <a:r>
              <a:rPr lang="en-US" sz="1600" dirty="0">
                <a:solidFill>
                  <a:srgbClr val="333333"/>
                </a:solidFill>
              </a:rPr>
              <a:t>Build problem-solving skills and resilience</a:t>
            </a:r>
            <a:endParaRPr lang="en-US" sz="1600" dirty="0"/>
          </a:p>
          <a:p>
            <a:r>
              <a:rPr lang="en-US" sz="1600" dirty="0">
                <a:solidFill>
                  <a:srgbClr val="333333"/>
                </a:solidFill>
              </a:rPr>
              <a:t>Note your strategies for each level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4389120"/>
            <a:ext cx="1371600" cy="365760"/>
          </a:xfrm>
          <a:prstGeom prst="roundRect">
            <a:avLst>
              <a:gd name="adj" fmla="val 12500"/>
            </a:avLst>
          </a:prstGeom>
          <a:solidFill>
            <a:srgbClr val="FF660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3891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30 minutes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056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82880"/>
            <a:ext cx="91440" cy="54864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Week 2: Activity 3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6600"/>
                </a:solidFill>
              </a:rPr>
              <a:t>Track Your Progress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0568"/>
                </a:solidFill>
              </a:rPr>
              <a:t>Track Your Progress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333333"/>
                </a:solidFill>
              </a:rPr>
              <a:t>Record your completion time for each level</a:t>
            </a:r>
            <a:endParaRPr lang="en-US" sz="1600" dirty="0"/>
          </a:p>
          <a:p>
            <a:r>
              <a:rPr lang="en-US" sz="1600" dirty="0">
                <a:solidFill>
                  <a:srgbClr val="333333"/>
                </a:solidFill>
              </a:rPr>
              <a:t>Note the number of attempts per level</a:t>
            </a:r>
            <a:endParaRPr lang="en-US" sz="1600" dirty="0"/>
          </a:p>
          <a:p>
            <a:r>
              <a:rPr lang="en-US" sz="1600" dirty="0">
                <a:solidFill>
                  <a:srgbClr val="333333"/>
                </a:solidFill>
              </a:rPr>
              <a:t>Identify which strategies worked best</a:t>
            </a:r>
            <a:endParaRPr lang="en-US" sz="1600" dirty="0"/>
          </a:p>
          <a:p>
            <a:r>
              <a:rPr lang="en-US" sz="1600" dirty="0">
                <a:solidFill>
                  <a:srgbClr val="333333"/>
                </a:solidFill>
              </a:rPr>
              <a:t>Prepare for homework challenges (Levels 1-9)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4389120"/>
            <a:ext cx="1371600" cy="365760"/>
          </a:xfrm>
          <a:prstGeom prst="roundRect">
            <a:avLst>
              <a:gd name="adj" fmla="val 12500"/>
            </a:avLst>
          </a:prstGeom>
          <a:solidFill>
            <a:srgbClr val="FF660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3891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10 minutes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056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82880"/>
            <a:ext cx="91440" cy="54864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Week 2: Key Takeaway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6600"/>
                </a:solidFill>
              </a:rPr>
              <a:t>Strategic Takeaway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2286000"/>
          </a:xfrm>
          <a:prstGeom prst="rect">
            <a:avLst/>
          </a:prstGeom>
          <a:solidFill>
            <a:srgbClr val="F5F5F5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71600"/>
            <a:ext cx="73152" cy="228600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645920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F0568"/>
                </a:solidFill>
              </a:rPr>
              <a:t>"The quality of your output is determined by the quality of your input. Treat AI as a partner, not a search engine."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2: Senseii Games Challenge</dc:title>
  <dc:subject>AI Whisperer Professional Course</dc:subject>
  <dc:creator>Miranda Boyd - Automation Workz</dc:creator>
  <cp:lastModifiedBy>Miranda Boyd - Automation Workz</cp:lastModifiedBy>
  <cp:revision>1</cp:revision>
  <dcterms:created xsi:type="dcterms:W3CDTF">2026-02-19T20:01:12Z</dcterms:created>
  <dcterms:modified xsi:type="dcterms:W3CDTF">2026-02-19T20:01:12Z</dcterms:modified>
</cp:coreProperties>
</file>