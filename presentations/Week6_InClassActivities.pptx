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Automation &amp; Workflows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"Set It and Forget It: Building AI-Powered Automation"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6: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Automation Opportunity Audit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Automation Opportunity Audit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List 10 tasks you do repeatedly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Categorize each task: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Daily, weekly, or monthly frequency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High, medium, or low complexity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High, medium, or low value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top 3 automation candidates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6: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Workflow Mapping Exercise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Workflow Mapping Exercise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For your top automation candidate, map the workflow: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Trigger: What starts the process?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Steps: What actions happen in sequence?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Output: What is the end result?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Draw a simple flowchart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decision points and exceptions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6: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Build Your First Automation with OpenCode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Build Your First Automation with OpenCode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OpenCode demo: Generating an automation script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Prompt structure for automation: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Role: "You are an automation engineer..."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Context: "I need to automate [task] when [trigger]..."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Task: "Write a script/approach that..."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Test the generated solution and iterate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6: Activity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Test &amp; Troubleshoot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Test &amp; Troubleshoot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Run your automation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what works and what doesn't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Debug common issues: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Trigger not firing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Data not passing correctly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Output format issues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Document your solution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6: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"The best time you spend is the time you never have to spend again—automate what you can."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Automation &amp; Workflows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